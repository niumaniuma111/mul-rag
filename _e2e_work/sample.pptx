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2026 年第三季度业务回顾</a:t>
            </a:r>
          </a:p>
          <a:p>
            <a:r>
              <a:rPr sz="1600"/>
              <a:t>本季度公司整体营收较上一季度有所回落，主要原因是海外市场的渠道库存调整尚未结束。国内市场的表现相对稳健，同比仍保持两位数增长，是当前收入的主要支撑。</a:t>
            </a:r>
          </a:p>
          <a:p>
            <a:r>
              <a:rPr sz="1600"/>
              <a:t>毛利方面，受益于供应链成本下降与产品结构优化，毛利率环比提升了约两个百分点。但受营收规模下降影响，毛利额绝对值基本与上季度持平，没有形成明显的利润增量。</a:t>
            </a:r>
          </a:p>
          <a:p>
            <a:r>
              <a:rPr sz="1600"/>
              <a:t>费用端，研发投入继续保持高强度，本季度研发费用占营收比例达到历史新高。销售费用随着海外推广节奏放缓而下降，管理费用则因为组织调整产生了一次性支出。</a:t>
            </a:r>
          </a:p>
          <a:p>
            <a:r>
              <a:rPr sz="1600"/>
              <a:t>展望下个季度，公司预计渠道库存调整将在年底前基本完成，届时海外收入有望重新回到增长轨道。同时新一代产品的发布节奏已经确定，会为明年上半年的收入提供新的增长动力。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关键指标明细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804672">
                <a:tc>
                  <a:txBody>
                    <a:bodyPr/>
                    <a:lstStyle/>
                    <a:p>
                      <a:r>
                        <a:rPr sz="1500" b="1"/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本季度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环比变化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/>
                        <a:t>营业收入（万元）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18,420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-9.6%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/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+2.1pp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/>
                        <a:t>研发费用（万元）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3,180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+12.4%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/>
                        <a:t>净利润（万元）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1,950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-15.2%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季度营收趋势</a:t>
            </a:r>
          </a:p>
        </p:txBody>
      </p:sp>
      <p:pic>
        <p:nvPicPr>
          <p:cNvPr id="3" name="Picture 2" descr="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71600"/>
            <a:ext cx="7315200" cy="4681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上图展示了最近四个季度的营收变化，整体呈现逐季回落的态势。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